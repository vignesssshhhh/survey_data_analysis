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6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99216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Survey Data Analytics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34487" y="2836278"/>
            <a:ext cx="38750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Cloud Platform Implementation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1447" y="4349387"/>
            <a:ext cx="2234354" cy="73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Vignesh Reddy – 2320090038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Kiran – 2320090062 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M Mahender reddy-2320090065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865A2-6473-8C99-5379-33A8C4B558DB}"/>
              </a:ext>
            </a:extLst>
          </p:cNvPr>
          <p:cNvSpPr txBox="1"/>
          <p:nvPr/>
        </p:nvSpPr>
        <p:spPr>
          <a:xfrm>
            <a:off x="6555794" y="4025775"/>
            <a:ext cx="146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Project Team:</a:t>
            </a:r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52FF2-1634-4A67-52E1-CD2BDE60033C}"/>
              </a:ext>
            </a:extLst>
          </p:cNvPr>
          <p:cNvSpPr txBox="1"/>
          <p:nvPr/>
        </p:nvSpPr>
        <p:spPr>
          <a:xfrm>
            <a:off x="460443" y="4221804"/>
            <a:ext cx="24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Guided By : B Prathusha</a:t>
            </a:r>
            <a:endParaRPr lang="en-IN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analytics platform for survey data 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integrated Azure ecosystem for data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and visualization with Power BI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supporting large survey datasets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survey data processing is time-consuming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centralized data storage and accessibility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insights from survey responses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scalability for growing data volumes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12521"/>
            <a:ext cx="7924800" cy="129104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58641"/>
            <a:ext cx="7924800" cy="122790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75660"/>
            <a:ext cx="7924800" cy="99060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000500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281247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63231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5334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67299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Data Factory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6828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363147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9698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4592685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Power BI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survey-analytics-rg (Southeast Asia)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surveydatasea2026 (Blob Storage)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survey-analytics-server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free-sql-db-4219034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Factory: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surveyanalyticsdf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Ingestion &amp;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employee_survey.csv to Azure Blob Storage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Factory reads from Blob container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Transformation activities clean and normalize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 processed data into SQL Database tables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Integration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Power BI to Azure SQL Database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creation for survey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metrics: Response rates, sentiment analysis, trends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visualizations for stakeholder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Benefits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processing reduces manual effort by 80%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cloud infrastructure handles unlimited data growth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for immediate business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with Azure Free Tier benefits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Specifications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Southeast Asia (Low latency, data residency)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Geo-redundant with read-access replication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Serverless SQL with auto-scaling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Microsoft Entra ID (Azure AD)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 for data in transit and at rest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Firewall protects database from unauthorized access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 for user permissions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for compliance and data governance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 setup (Completed)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Factory ETL pipeline configuration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 BI dashboard development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Testing, optimization, and 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95250"/>
            <a:ext cx="7924800" cy="91439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23948"/>
            <a:ext cx="7924800" cy="96447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02722"/>
            <a:ext cx="7924800" cy="87738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291158"/>
            <a:ext cx="7924800" cy="74675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Information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38684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70253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employee_survey.csv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38403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810695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302.98 KiB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24648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381218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386947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472005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✓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Connection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survey-analytics-server.database.windows.net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free-sql-db-4219034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Method: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Microsoft Entra ID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2320090038@klh.edu.in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Dashboard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survey responses and completion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Department-wise response distribution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scores and trends over time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concerns and feedback categories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for sentiment analysis automation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predictive analytics for employee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HR systems for automated data sync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Power BI app for on-the-go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B09DD-11DB-6A12-EEC8-553923AC57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09" b="17105"/>
          <a:stretch>
            <a:fillRect/>
          </a:stretch>
        </p:blipFill>
        <p:spPr>
          <a:xfrm>
            <a:off x="0" y="45720"/>
            <a:ext cx="9143999" cy="50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41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1859282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470</Words>
  <Application>Microsoft Office PowerPoint</Application>
  <PresentationFormat>On-screen Show (16:9)</PresentationFormat>
  <Paragraphs>103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VIGNESWAR REDDY KUNCHA</cp:lastModifiedBy>
  <cp:revision>4</cp:revision>
  <dcterms:created xsi:type="dcterms:W3CDTF">2026-02-20T09:25:33Z</dcterms:created>
  <dcterms:modified xsi:type="dcterms:W3CDTF">2026-02-21T05:20:31Z</dcterms:modified>
</cp:coreProperties>
</file>